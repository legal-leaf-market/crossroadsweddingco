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D36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3D362F"/>
                </a:solidFill>
                <a:latin typeface="Calibri"/>
              </a:rPr>
              <a:t>The retainer float (range midpoints)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into the float</c:v>
                </c:pt>
              </c:strCache>
            </c:strRef>
          </c:tx>
          <c:spPr>
            <a:solidFill>
              <a:srgbClr val="C1633D">
                <a:alpha val="100000"/>
              </a:srgbClr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36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163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9D4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6B5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Fall '26 retainers</c:v>
                  </c:pt>
                  <c:pt idx="1">
                    <c:v>Q1 '27 wave</c:v>
                  </c:pt>
                  <c:pt idx="2">
                    <c:v>Reserve going into summer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5000</c:v>
                </c:pt>
                <c:pt idx="1">
                  <c:v>6500</c:v>
                </c:pt>
                <c:pt idx="2">
                  <c:v>11500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D36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36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DCC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the industry average forces couples to choose between broke and boring. Our flat rate isn't a discount, it's a repositioning. Under-2,500 couples are underserved and they are most of the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Nic's background covers all three lanes: working musician, hospitality pro (rooms, service pace, reading a crowd), and the MC role is learnable inside the apprenticeship.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promise: predictability without a ceiling. Walk through one hybrid gig: $1,400 booking, $1,050 to Nic. At 24 gigs with realistic acoustic attachment the earned total balances the $24k draw, with tips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 uses midpoints of the documented ranges ($4–6k fall, $6–7k Q1). The mechanic to land: deposits are non-refundable and collected months ahead, so the draw is funded before the season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no gig where Nic is thrown in cold, and no long unpaid 'training period' either, stages 2–5 are working, earning gigs.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booking engine, city pages, and Spotify playlist capture shipped this week. Portal and Crossroads Live are the next two build phases. The pitch: most solo DJs drown in coordination texts, ours is productized.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 is a promise to Nic as much as to couples: no 40-wedding death march. The travel surcharge goes to whoever drives, the business doesn't skim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partnership, not employment: Nic graduating the apprenticeship IS the proof the model transfers, the first data point that this becomes a franchise.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94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F9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 WEDDING CO.  ·  PARTNER BRIEF FOR NIC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5156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Crossroads opportunity.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wedding industry sells $2,500+ packages built to upsell. We sell one honest number, and that difference is the whole business.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12080" cy="2834640"/>
          </a:xfrm>
          <a:prstGeom prst="roundRect">
            <a:avLst>
              <a:gd name="adj" fmla="val 3871"/>
            </a:avLst>
          </a:prstGeom>
          <a:solidFill>
            <a:srgbClr val="3A33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840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49A8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$2,500+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packages built to make the cheap option feel sad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 clocks, add-on menus, opaque quotes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3200400"/>
            <a:ext cx="5212080" cy="2834640"/>
          </a:xfrm>
          <a:prstGeom prst="roundRect">
            <a:avLst>
              <a:gd name="adj" fmla="val 3871"/>
            </a:avLst>
          </a:prstGeom>
          <a:solidFill>
            <a:srgbClr val="C1633D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29400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840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$1,000 flat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Ceremony through last dance: DJ, MC, timeline, equipment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up front. It doesn't move.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roles. One crew. That's you.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musician-plus-hospitality pedigree is the product. Nobody else in the room can carry all three.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514600"/>
            <a:ext cx="640080" cy="64008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6810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3375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DJ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Decks and sound from ceremony to last dance. One rig, one owner, zero handoffs.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89120" y="214884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2514600"/>
            <a:ext cx="640080" cy="64008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1" y="268102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33375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MC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command: intros, cues, phonetic names, and the drift control that keeps the night on schedule.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92440" y="214884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0" y="2514600"/>
            <a:ext cx="640080" cy="64008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8901" y="268102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12480" y="33375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musician</a:t>
            </a:r>
            <a:endParaRPr lang="en-US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acoustic sets for ceremony or cocktail hour. Flat $400 add-on, and 75% of it is yours.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paycheck you can plan a life around.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$2,000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flat, starting January 1, 2027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$24,000 annualized base. The same number lands in January as in June, the opposite of hospitality hours.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466344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F1E6D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892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salary cap. A floor. </a:t>
            </a:r>
            <a:pPr indent="0" marL="0">
              <a:buNone/>
            </a:pPr>
            <a:r>
              <a:rPr lang="en-US" sz="14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earnings true-up on top, quarterly and at year end.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4406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TRUE-UP WORKS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gig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$750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7797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of the $1,000 day rate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21868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gig (DJ + acoustic)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32186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$1,050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5295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of $1,400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9684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39684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counted in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279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your earned total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7183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gigs, ~40% acoustic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7183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 $20.8k–$24k+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before tips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5532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splits + tips − draws paid = your true-up. Surplus pays out, and the draw never claws back a slow quarter.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Booked in winter. Paid all year.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554480"/>
          <a:ext cx="5760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12280" y="1664208"/>
            <a:ext cx="310896" cy="310896"/>
          </a:xfrm>
          <a:prstGeom prst="ellipse">
            <a:avLst/>
          </a:prstGeom>
          <a:solidFill>
            <a:srgbClr val="C1633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12280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269480" y="1645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booking starts with a $500 retainer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011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this fall, 12–14 in the post-holiday engagement wave: a $10k–$13k reserve before peak season starts.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12280" y="3081528"/>
            <a:ext cx="310896" cy="310896"/>
          </a:xfrm>
          <a:prstGeom prst="ellipse">
            <a:avLst/>
          </a:prstGeom>
          <a:solidFill>
            <a:srgbClr val="C1633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12280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clear 14 days before each event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269480" y="34290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$500–$1,300 per gig lands ahead of the wedding, not after it.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12280" y="4498848"/>
            <a:ext cx="310896" cy="310896"/>
          </a:xfrm>
          <a:prstGeom prst="ellipse">
            <a:avLst/>
          </a:prstGeom>
          <a:solidFill>
            <a:srgbClr val="C163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1228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4480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reserve carries January–April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48463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draws are paid from money already collected. Stability without borrowing.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Six gigs from shadow to solo.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ramp: every stage has you doing more of the show with a safety net that shrinks on schedule.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Observe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shadow: load-in, sound, cues, teardown. You watch the whole machine run once.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27832" y="3977640"/>
            <a:ext cx="274320" cy="0"/>
          </a:xfrm>
          <a:prstGeom prst="line">
            <a:avLst/>
          </a:prstGeom>
          <a:noFill/>
          <a:ln w="25400">
            <a:solidFill>
              <a:srgbClr val="A34D2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02152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76472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GIGS 2–3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76472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Co-pilot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segments (cocktail hour, dinner sets) with the lead on the mic.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44184" y="3977640"/>
            <a:ext cx="274320" cy="0"/>
          </a:xfrm>
          <a:prstGeom prst="line">
            <a:avLst/>
          </a:prstGeom>
          <a:noFill/>
          <a:ln w="25400">
            <a:solidFill>
              <a:srgbClr val="A34D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18504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92824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GIGS 4–5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92824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Reverse co-pilot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2824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lead the night; the lead is your backup and debrief partner.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860536" y="3977640"/>
            <a:ext cx="274320" cy="0"/>
          </a:xfrm>
          <a:prstGeom prst="line">
            <a:avLst/>
          </a:prstGeom>
          <a:noFill/>
          <a:ln w="25400">
            <a:solidFill>
              <a:srgbClr val="A34D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34856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C1633D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409176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1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409176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09176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Graduation. Your name on the run sheet, full talent cut, full command.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Agency OS: the no-paperwork machine.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does the chasing so the crew only does the craft.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591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engine   </a:t>
            </a:r>
            <a:pPr indent="0" marL="0">
              <a:buNone/>
            </a:pPr>
            <a:r>
              <a:rPr lang="en-US" sz="1000" b="1" spc="200" kern="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7614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Flat-rate site, date requests, deposits, confirmation emails. Live today at crossroadsweddingco.com.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21031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3774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5200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3591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planning hub   </a:t>
            </a:r>
            <a:pPr indent="0" marL="0">
              <a:buNone/>
            </a:pPr>
            <a:r>
              <a:rPr lang="en-US" sz="1000" b="1" spc="200" kern="0" dirty="0">
                <a:solidFill>
                  <a:srgbClr val="A34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315200" y="27614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Magic-link portal: timeline, VIP phonetics, must-plays and do-not-plays. No passwords, no PDFs emailed around.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5800" y="41605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44348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4577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4165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 Live   </a:t>
            </a:r>
            <a:pPr indent="0" marL="0">
              <a:buNone/>
            </a:pPr>
            <a:r>
              <a:rPr lang="en-US" sz="1000" b="1" spc="200" kern="0" dirty="0">
                <a:solidFill>
                  <a:srgbClr val="A34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8188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drift engine. Speeches run 18 minutes over? Every downstream cue shifts automatically, on your phone and the vendors'.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1605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44348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606" y="45774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0" y="44165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Spotify-native intake   </a:t>
            </a:r>
            <a:pPr indent="0" marL="0">
              <a:buNone/>
            </a:pPr>
            <a:r>
              <a:rPr lang="en-US" sz="1000" b="1" spc="200" kern="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0" y="48188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build the playlist in their own Spotify and share the link at booking. It follows the wedding into your booth.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2027: capped at 24, on purpose.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73736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9659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24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in 2027. A hard cap, not a stretch goal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73736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63440" y="19659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≈2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on average, concentrated May–October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92440" y="173736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6760" y="19659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100%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focus: flawless reviews, zero burnout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34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cap it: </a:t>
            </a:r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date gets full production attention, every review stays five-star quality, and the calendar leaves room for a life. Scale comes from the machine (slide 8), not from grinding the crew.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53949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1E6D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5321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discipline: two-hour radius around Columbus. Venues past ~60 minutes carry a $100–$150 travel surcharge, paid directly to the talent driving.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long game.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machine in Columbus. Then hand the same playbook (flat rate, talent-first split, Agency OS) to the next market, and the one after that.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301752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3A332C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3291840"/>
            <a:ext cx="548640" cy="548640"/>
          </a:xfrm>
          <a:prstGeom prst="ellipse">
            <a:avLst/>
          </a:prstGeom>
          <a:solidFill>
            <a:srgbClr val="2B26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34344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977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75% to talent, always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that keeps the best people is the split that scales.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301752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3A332C"/>
          </a:solidFill>
          <a:ln/>
        </p:spPr>
      </p:sp>
      <p:sp>
        <p:nvSpPr>
          <p:cNvPr id="10" name="Shape 7"/>
          <p:cNvSpPr/>
          <p:nvPr/>
        </p:nvSpPr>
        <p:spPr>
          <a:xfrm>
            <a:off x="4663440" y="3291840"/>
            <a:ext cx="548640" cy="548640"/>
          </a:xfrm>
          <a:prstGeom prst="ellipse">
            <a:avLst/>
          </a:prstGeom>
          <a:solidFill>
            <a:srgbClr val="2B26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34344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977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operating system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planning, payouts: the software is the franchise.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2440" y="301752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3A332C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3291840"/>
            <a:ext cx="548640" cy="548640"/>
          </a:xfrm>
          <a:prstGeom prst="ellipse">
            <a:avLst/>
          </a:prstGeom>
          <a:solidFill>
            <a:srgbClr val="2B26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06" y="3434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977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New markets, same promise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city runs the exact machine we prove here first.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CF9D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Let's build it.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6172200" y="5989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 Kennedy · jake@crossroadsweddingco.com · crossroadsweddingco.com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Crossroads Wedding Co., Partner Brief for Nic</dc:title>
  <dc:subject>PptxGenJS Presentation</dc:subject>
  <dc:creator>Crossroads Wedding Co.</dc:creator>
  <cp:lastModifiedBy>Crossroads Wedding Co.</cp:lastModifiedBy>
  <cp:revision>1</cp:revision>
  <dcterms:created xsi:type="dcterms:W3CDTF">2026-08-26T11:56:20Z</dcterms:created>
  <dcterms:modified xsi:type="dcterms:W3CDTF">2026-08-26T11:56:20Z</dcterms:modified>
</cp:coreProperties>
</file>